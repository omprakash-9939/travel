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63" r:id="rId3"/>
    <p:sldId id="258" r:id="rId4"/>
    <p:sldId id="259" r:id="rId5"/>
    <p:sldId id="260" r:id="rId6"/>
    <p:sldId id="262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36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876455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28478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52462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93939"/>
            <a:ext cx="64008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KNOWING WHAT THE</a:t>
            </a:r>
            <a:endParaRPr lang="en-US" sz="4400" dirty="0"/>
          </a:p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TRAVELER WANTS</a:t>
            </a:r>
          </a:p>
          <a:p>
            <a:pPr marL="0" indent="0" algn="l">
              <a:buNone/>
            </a:pPr>
            <a:endParaRPr lang="en-US" sz="4400" b="1" dirty="0">
              <a:solidFill>
                <a:srgbClr val="FFFFFF"/>
              </a:solidFill>
              <a:latin typeface="Georgia" pitchFamily="34" charset="0"/>
            </a:endParaRPr>
          </a:p>
          <a:p>
            <a:pPr marL="0" indent="0" algn="l">
              <a:buNone/>
            </a:pPr>
            <a:r>
              <a:rPr lang="en-US" b="1" i="1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The Personalization Engine</a:t>
            </a:r>
          </a:p>
        </p:txBody>
      </p:sp>
      <p:sp>
        <p:nvSpPr>
          <p:cNvPr id="4" name="Text 2"/>
          <p:cNvSpPr/>
          <p:nvPr/>
        </p:nvSpPr>
        <p:spPr>
          <a:xfrm>
            <a:off x="365760" y="29032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i="1" dirty="0">
                <a:solidFill>
                  <a:srgbClr val="00C2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 before they ask.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438912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 err="1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TravelVista</a:t>
            </a:r>
            <a:r>
              <a:rPr lang="en-US" sz="11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MERN Personalization Squad  ·  June 2026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858000" y="1097280"/>
            <a:ext cx="1920240" cy="1371600"/>
          </a:xfrm>
          <a:prstGeom prst="rect">
            <a:avLst/>
          </a:prstGeom>
          <a:solidFill>
            <a:srgbClr val="162235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0" y="118872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0C2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98%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6858000" y="178308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visitors leave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booking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858000" y="2651760"/>
            <a:ext cx="1920240" cy="1371600"/>
          </a:xfrm>
          <a:prstGeom prst="rect">
            <a:avLst/>
          </a:prstGeom>
          <a:solidFill>
            <a:srgbClr val="162235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0" y="274320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+18%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6858000" y="333756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bookings by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winning them back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Ready-to-book travelers leave — and we never learn why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554480"/>
            <a:ext cx="4023360" cy="1371600"/>
          </a:xfrm>
          <a:prstGeom prst="rect">
            <a:avLst/>
          </a:prstGeom>
          <a:solidFill>
            <a:srgbClr val="1622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554480"/>
            <a:ext cx="64008" cy="1371600"/>
          </a:xfrm>
          <a:prstGeom prst="rect">
            <a:avLst/>
          </a:prstGeom>
          <a:solidFill>
            <a:srgbClr val="E05252"/>
          </a:solidFill>
          <a:ln w="12700">
            <a:solidFill>
              <a:srgbClr val="E0525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6916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Invisible visitors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201168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don't track users before login. Most behavior goes unseen.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1554480"/>
            <a:ext cx="4023360" cy="1371600"/>
          </a:xfrm>
          <a:prstGeom prst="rect">
            <a:avLst/>
          </a:prstGeom>
          <a:solidFill>
            <a:srgbClr val="1622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54880" y="1554480"/>
            <a:ext cx="64008" cy="1371600"/>
          </a:xfrm>
          <a:prstGeom prst="rect">
            <a:avLst/>
          </a:prstGeom>
          <a:solidFill>
            <a:srgbClr val="E05252"/>
          </a:solidFill>
          <a:ln w="12700">
            <a:solidFill>
              <a:srgbClr val="E0525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16916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Reminders arrive too late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937760" y="201168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 show up 2 hours after the moment — the user has moved on.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3108960"/>
            <a:ext cx="4023360" cy="1371600"/>
          </a:xfrm>
          <a:prstGeom prst="rect">
            <a:avLst/>
          </a:prstGeom>
          <a:solidFill>
            <a:srgbClr val="1622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3108960"/>
            <a:ext cx="64008" cy="1371600"/>
          </a:xfrm>
          <a:prstGeom prst="rect">
            <a:avLst/>
          </a:prstGeom>
          <a:solidFill>
            <a:srgbClr val="E05252"/>
          </a:solidFill>
          <a:ln w="12700">
            <a:solidFill>
              <a:srgbClr val="E0525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2461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urgency breaks trust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356616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"Prices dropped 7%" alerts are fabricated. Legal and trust risk.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54880" y="3108960"/>
            <a:ext cx="4023360" cy="1371600"/>
          </a:xfrm>
          <a:prstGeom prst="rect">
            <a:avLst/>
          </a:prstGeom>
          <a:solidFill>
            <a:srgbClr val="1622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54880" y="3108960"/>
            <a:ext cx="64008" cy="1371600"/>
          </a:xfrm>
          <a:prstGeom prst="rect">
            <a:avLst/>
          </a:prstGeom>
          <a:solidFill>
            <a:srgbClr val="E05252"/>
          </a:solidFill>
          <a:ln w="12700">
            <a:solidFill>
              <a:srgbClr val="E0525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37760" y="32461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measurement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937760" y="356616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can't link reminders to bookings. Nothing is provably working.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3139532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Listen → Score → Decide → Act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508760"/>
            <a:ext cx="1920240" cy="2651760"/>
          </a:xfrm>
          <a:prstGeom prst="rect">
            <a:avLst/>
          </a:prstGeom>
          <a:solidFill>
            <a:srgbClr val="162235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0120" y="1645920"/>
            <a:ext cx="640080" cy="640080"/>
          </a:xfrm>
          <a:prstGeom prst="ellipse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16459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20040" y="24231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834640"/>
            <a:ext cx="1645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searches, views, saves &amp; bookings in real time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496312" y="1508760"/>
            <a:ext cx="1920240" cy="2651760"/>
          </a:xfrm>
          <a:prstGeom prst="rect">
            <a:avLst/>
          </a:prstGeom>
          <a:solidFill>
            <a:srgbClr val="162235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136392" y="1645920"/>
            <a:ext cx="640080" cy="640080"/>
          </a:xfrm>
          <a:prstGeom prst="ellipse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36392" y="16459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496312" y="24231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633472" y="2834640"/>
            <a:ext cx="1645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actions into a 0–100 interest score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672584" y="1508760"/>
            <a:ext cx="1920240" cy="2651760"/>
          </a:xfrm>
          <a:prstGeom prst="rect">
            <a:avLst/>
          </a:prstGeom>
          <a:solidFill>
            <a:srgbClr val="162235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312664" y="1645920"/>
            <a:ext cx="640080" cy="640080"/>
          </a:xfrm>
          <a:prstGeom prst="ellipse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12664" y="16459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672584" y="24231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09744" y="2834640"/>
            <a:ext cx="1645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score to destination intent, avoid spam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848856" y="1508760"/>
            <a:ext cx="1920240" cy="2651760"/>
          </a:xfrm>
          <a:prstGeom prst="rect">
            <a:avLst/>
          </a:prstGeom>
          <a:solidFill>
            <a:srgbClr val="162235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488936" y="1645920"/>
            <a:ext cx="640080" cy="640080"/>
          </a:xfrm>
          <a:prstGeom prst="ellipse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88936" y="16459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848856" y="24231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986016" y="2834640"/>
            <a:ext cx="1645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a reminder, card, or follow-up email at the right moment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65760" y="4343400"/>
            <a:ext cx="2651760" cy="594360"/>
          </a:xfrm>
          <a:prstGeom prst="rect">
            <a:avLst/>
          </a:prstGeom>
          <a:solidFill>
            <a:srgbClr val="0D2236"/>
          </a:solidFill>
          <a:ln w="6350">
            <a:solidFill>
              <a:srgbClr val="00C2A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4370832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Fast: 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68680" y="4370832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Reminders fire while user is still on-site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291840" y="4343400"/>
            <a:ext cx="2651760" cy="594360"/>
          </a:xfrm>
          <a:prstGeom prst="rect">
            <a:avLst/>
          </a:prstGeom>
          <a:solidFill>
            <a:srgbClr val="0D2236"/>
          </a:solidFill>
          <a:ln w="6350">
            <a:solidFill>
              <a:srgbClr val="00C2A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83280" y="4370832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Honest: 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794760" y="4370832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fake price alerts until real data exists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217920" y="4343400"/>
            <a:ext cx="2651760" cy="594360"/>
          </a:xfrm>
          <a:prstGeom prst="rect">
            <a:avLst/>
          </a:prstGeom>
          <a:solidFill>
            <a:srgbClr val="0D2236"/>
          </a:solidFill>
          <a:ln w="6350">
            <a:solidFill>
              <a:srgbClr val="00C2A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09360" y="4370832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Measured: 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720840" y="4370832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 holdback group proves what works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CASE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numbers work once we have real traffic</a:t>
            </a:r>
            <a:endParaRPr lang="en-US" sz="2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463040"/>
          <a:ext cx="8412480" cy="1901952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Scenario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2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Searches / mo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2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Lift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2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Extra Revenue / mo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2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Payback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2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7A8F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7A8F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7A8F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+8%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7A8F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₹35k – 70k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7A8F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3–8 months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5A6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Middle ★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2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2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0C2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+12%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2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0C2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₹1.75L – 2.8L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2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1–2 months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2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7A8F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7A8F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7A8F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+18%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7A8F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₹4.2L – 7.0L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7A8F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1 month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365760" y="365760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₹35k avg booking · 2% base conversion · Industry estimates (McKinsey 2023, Salesforce 2024) — to be replaced with own data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365760" y="4114800"/>
            <a:ext cx="8412480" cy="731520"/>
          </a:xfrm>
          <a:prstGeom prst="rect">
            <a:avLst/>
          </a:prstGeom>
          <a:solidFill>
            <a:srgbClr val="162235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8640" y="41605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C2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1 alone removes legal risk and pays for itself — regardless of scale.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Value before scale — go/stop after each phase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508760"/>
            <a:ext cx="1965960" cy="3200400"/>
          </a:xfrm>
          <a:prstGeom prst="rect">
            <a:avLst/>
          </a:prstGeom>
          <a:solidFill>
            <a:srgbClr val="162235"/>
          </a:solidFill>
          <a:ln w="19050">
            <a:solidFill>
              <a:srgbClr val="E0525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508760"/>
            <a:ext cx="1965960" cy="73152"/>
          </a:xfrm>
          <a:prstGeom prst="rect">
            <a:avLst/>
          </a:prstGeom>
          <a:solidFill>
            <a:srgbClr val="E05252"/>
          </a:solidFill>
          <a:ln w="12700">
            <a:solidFill>
              <a:srgbClr val="E0525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60020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E0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74320" y="192024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Remove Risk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74320" y="233172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· ~3 days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65760" y="283464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Fix counting bugs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5760" y="338328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Stop fake price alerts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5760" y="393192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Reset after booking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68880" y="1508760"/>
            <a:ext cx="1965960" cy="3200400"/>
          </a:xfrm>
          <a:prstGeom prst="rect">
            <a:avLst/>
          </a:prstGeom>
          <a:solidFill>
            <a:srgbClr val="162235"/>
          </a:solidFill>
          <a:ln w="19050">
            <a:solidFill>
              <a:srgbClr val="F5A62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468880" y="1508760"/>
            <a:ext cx="1965960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468880" y="160020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468880" y="192024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Measure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468880" y="233172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2–3 · ~9 days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560320" y="283464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Add 20% holdback group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560320" y="338328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Track clicks to bookings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560320" y="393192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Prove what works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663440" y="1508760"/>
            <a:ext cx="1965960" cy="3200400"/>
          </a:xfrm>
          <a:prstGeom prst="rect">
            <a:avLst/>
          </a:prstGeom>
          <a:solidFill>
            <a:srgbClr val="162235"/>
          </a:solidFill>
          <a:ln w="19050">
            <a:solidFill>
              <a:srgbClr val="00C2A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663440" y="1508760"/>
            <a:ext cx="1965960" cy="73152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63440" y="160020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663440" y="192024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Deliver Value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663440" y="233172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4–8 · ~4 weeks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754880" y="283464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Faster reminders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754880" y="338328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Smarter recommendations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754880" y="393192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Follow-up emails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858000" y="1508760"/>
            <a:ext cx="1965960" cy="3200400"/>
          </a:xfrm>
          <a:prstGeom prst="rect">
            <a:avLst/>
          </a:prstGeom>
          <a:solidFill>
            <a:srgbClr val="162235"/>
          </a:solidFill>
          <a:ln w="19050">
            <a:solidFill>
              <a:srgbClr val="7B68E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858000" y="1508760"/>
            <a:ext cx="1965960" cy="73152"/>
          </a:xfrm>
          <a:prstGeom prst="rect">
            <a:avLst/>
          </a:prstGeom>
          <a:solidFill>
            <a:srgbClr val="7B68EE"/>
          </a:solidFill>
          <a:ln w="12700">
            <a:solidFill>
              <a:srgbClr val="7B68E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858000" y="160020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7B6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858000" y="192024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Grow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858000" y="233172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3+ · ~5 weeks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949440" y="283464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Track new visitors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949440" y="338328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Real live prices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949440" y="393192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Admin dashboard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25171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2600" dirty="0"/>
          </a:p>
        </p:txBody>
      </p:sp>
    </p:spTree>
    <p:extLst>
      <p:ext uri="{BB962C8B-B14F-4D97-AF65-F5344CB8AC3E}">
        <p14:creationId xmlns:p14="http://schemas.microsoft.com/office/powerpoint/2010/main" val="9456764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139</TotalTime>
  <Words>401</Words>
  <Application>Microsoft Office PowerPoint</Application>
  <PresentationFormat>On-screen Show (16:9)</PresentationFormat>
  <Paragraphs>99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Aptos</vt:lpstr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DataArt Travel Personalization</dc:title>
  <dc:subject>PptxGenJS Presentation</dc:subject>
  <dc:creator>PptxGenJS</dc:creator>
  <cp:lastModifiedBy>Philemon Joseph</cp:lastModifiedBy>
  <cp:revision>5</cp:revision>
  <dcterms:created xsi:type="dcterms:W3CDTF">2026-06-05T07:25:13Z</dcterms:created>
  <dcterms:modified xsi:type="dcterms:W3CDTF">2026-06-05T11:14:27Z</dcterms:modified>
</cp:coreProperties>
</file>